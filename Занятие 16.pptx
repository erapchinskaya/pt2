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gfKHy7lESBC1eRoHHhyDLb2o1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d60ba55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a2d60ba55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ea5f65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1ea5f65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d60ba55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a2d60ba55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2d60ba55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a2d60ba55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f66e35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3f66e35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f66e35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b3f66e35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59bc9fc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b59bc9fc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59bc9fc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b59bc9fc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59bc9fcd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59bc9fcd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9bc9fcd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59bc9fcd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9bc9fcd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59bc9fcd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6d07c0ab54_0_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6d07c0ab54_0_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6d07c0ab54_0_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6d07c0ab54_0_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g36d07c0ab54_0_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g36d07c0ab54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6d07c0ab54_0_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6d07c0ab54_0_6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g36d07c0ab54_0_6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g36d07c0ab54_0_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6d07c0ab54_0_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g36d07c0ab54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6d07c0ab54_0_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6d07c0ab54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6d07c0ab54_0_7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6d07c0ab54_0_7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6d07c0ab54_0_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6d07c0ab54_0_8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6d07c0ab54_0_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d07c0ab54_0_8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6d07c0ab54_0_8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6d07c0ab54_0_8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6d07c0ab54_0_8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6d07c0ab54_0_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6d07c0ab54_0_8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6d07c0ab54_0_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6d07c0ab54_0_9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6d07c0ab54_0_9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6d07c0ab54_0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d07c0ab54_0_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d07c0ab54_0_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6d07c0ab54_0_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6d07c0ab54_0_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Игра платформер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/>
              <a:t>Взаимодействие спрайтов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2d60ba55b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Касание блоков с игроком</a:t>
            </a:r>
            <a:endParaRPr sz="2420"/>
          </a:p>
        </p:txBody>
      </p:sp>
      <p:sp>
        <p:nvSpPr>
          <p:cNvPr id="61" name="Google Shape;61;g3a2d60ba55b_0_65"/>
          <p:cNvSpPr txBox="1"/>
          <p:nvPr>
            <p:ph idx="1" type="body"/>
          </p:nvPr>
        </p:nvSpPr>
        <p:spPr>
          <a:xfrm>
            <a:off x="463525" y="1189850"/>
            <a:ext cx="79395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</a:rPr>
              <a:t>Дополняем методы </a:t>
            </a: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update()</a:t>
            </a:r>
            <a:r>
              <a:rPr lang="ru" sz="1600">
                <a:solidFill>
                  <a:srgbClr val="000000"/>
                </a:solidFill>
              </a:rPr>
              <a:t> каждого блока: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def update(self, step, </a:t>
            </a:r>
            <a:r>
              <a:rPr b="1" lang="ru" sz="1600">
                <a:latin typeface="Courier New"/>
                <a:ea typeface="Courier New"/>
                <a:cs typeface="Courier New"/>
                <a:sym typeface="Courier New"/>
              </a:rPr>
              <a:t>player_group, player</a:t>
            </a: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latin typeface="Courier New"/>
                <a:ea typeface="Courier New"/>
                <a:cs typeface="Courier New"/>
                <a:sym typeface="Courier New"/>
              </a:rPr>
              <a:t>     self.rect.x += step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if pygame.sprite.spritecollide(self, player_group, False):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касание ногами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if abs(self.rect.top - player.rect.bottom) &lt; 15: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player.rect.bottom = self.rect.top - 5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player.on_ground = True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1ea5f652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Касание блоков с игроком</a:t>
            </a:r>
            <a:endParaRPr sz="2420"/>
          </a:p>
        </p:txBody>
      </p:sp>
      <p:sp>
        <p:nvSpPr>
          <p:cNvPr id="67" name="Google Shape;67;g3b1ea5f652f_0_0"/>
          <p:cNvSpPr txBox="1"/>
          <p:nvPr>
            <p:ph idx="1" type="body"/>
          </p:nvPr>
        </p:nvSpPr>
        <p:spPr>
          <a:xfrm>
            <a:off x="463525" y="1083700"/>
            <a:ext cx="8286900" cy="4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касание головой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if abs(self.rect.bottom - player.rect.top) &lt; 15: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player.rect.top = self.rect.bottom + 5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player.velocity_y = 0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касание блока справа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if abs(self.rect.left - player.rect.right) &lt; 15 \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and abs(self.rect.centery - player.rect.centery) &lt; 50: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player.rect.right = self.rect.left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касание блока слева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2500"/>
              <a:buFont typeface="Arial"/>
              <a:buNone/>
            </a:pPr>
            <a:r>
              <a:rPr lang="ru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…</a:t>
            </a:r>
            <a:endParaRPr sz="15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d60ba55b_0_16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Гравитация и прыжки</a:t>
            </a:r>
            <a:endParaRPr sz="2420"/>
          </a:p>
        </p:txBody>
      </p:sp>
      <p:sp>
        <p:nvSpPr>
          <p:cNvPr id="73" name="Google Shape;73;g3a2d60ba55b_0_16"/>
          <p:cNvSpPr txBox="1"/>
          <p:nvPr>
            <p:ph idx="1" type="body"/>
          </p:nvPr>
        </p:nvSpPr>
        <p:spPr>
          <a:xfrm>
            <a:off x="463525" y="1061600"/>
            <a:ext cx="79395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</a:rPr>
              <a:t>В конструкторе класса Player добавляем переменные-параметры: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ускорение вдоль оси у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self.velocity_y = 0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флаг, который показывает, находится ли игрок на поверхности земли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self.on_ground = True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2d60ba55b_0_11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Гравитация и прыжки</a:t>
            </a:r>
            <a:endParaRPr sz="2420"/>
          </a:p>
        </p:txBody>
      </p:sp>
      <p:sp>
        <p:nvSpPr>
          <p:cNvPr id="79" name="Google Shape;79;g3a2d60ba55b_0_11"/>
          <p:cNvSpPr txBox="1"/>
          <p:nvPr>
            <p:ph idx="1" type="body"/>
          </p:nvPr>
        </p:nvSpPr>
        <p:spPr>
          <a:xfrm>
            <a:off x="463525" y="1189850"/>
            <a:ext cx="7939500" cy="3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</a:rPr>
              <a:t>Дополняем метод 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update()</a:t>
            </a:r>
            <a:r>
              <a:rPr lang="ru" sz="1500">
                <a:solidFill>
                  <a:srgbClr val="000000"/>
                </a:solidFill>
              </a:rPr>
              <a:t> игрока.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прыжок по нажатию на пробел, если игрок на земле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if key[pygame.K_SPACE] and self.on_ground: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self.velocity_y = -15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self.on_ground = False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self.rect.y += self.velocity_y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self.velocity_y += 1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self.velocity_y &gt; 10: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self.velocity_y = 10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3f66e351e_0_0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Добавляем объекты</a:t>
            </a:r>
            <a:endParaRPr sz="2420"/>
          </a:p>
        </p:txBody>
      </p:sp>
      <p:pic>
        <p:nvPicPr>
          <p:cNvPr id="85" name="Google Shape;85;g3b3f66e351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5" y="1237425"/>
            <a:ext cx="695325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3f66e351e_0_6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Добавляем объекты</a:t>
            </a:r>
            <a:endParaRPr sz="2420"/>
          </a:p>
        </p:txBody>
      </p:sp>
      <p:pic>
        <p:nvPicPr>
          <p:cNvPr id="91" name="Google Shape;91;g3b3f66e351e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25" y="1171575"/>
            <a:ext cx="55721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b3f66e351e_0_6"/>
          <p:cNvPicPr preferRelativeResize="0"/>
          <p:nvPr/>
        </p:nvPicPr>
        <p:blipFill rotWithShape="1">
          <a:blip r:embed="rId4">
            <a:alphaModFix/>
          </a:blip>
          <a:srcRect b="7433" l="0" r="0" t="0"/>
          <a:stretch/>
        </p:blipFill>
        <p:spPr>
          <a:xfrm>
            <a:off x="608425" y="3000850"/>
            <a:ext cx="31623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b3f66e351e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0350" y="3096088"/>
            <a:ext cx="44005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59bc9fcda_0_1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Загружаем изображения</a:t>
            </a:r>
            <a:endParaRPr sz="2420"/>
          </a:p>
        </p:txBody>
      </p:sp>
      <p:sp>
        <p:nvSpPr>
          <p:cNvPr id="99" name="Google Shape;99;g3b59bc9fcda_0_1"/>
          <p:cNvSpPr txBox="1"/>
          <p:nvPr>
            <p:ph idx="1" type="body"/>
          </p:nvPr>
        </p:nvSpPr>
        <p:spPr>
          <a:xfrm>
            <a:off x="463525" y="1189850"/>
            <a:ext cx="7939500" cy="3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stop_image = pygame.image.load('assets/images/blocks/stop.png').convert_alpha()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enemy1_image = pygame.image.load('assets/images/enemy/1/1.png').convert_alpha()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enemy2_image = pygame.image.load('assets/images/enemy/2/1.png').convert_alpha()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enemy3_image = pygame.image.load('assets/images/enemy/3/1.png').convert_alpha()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portal_image = pygame.image.load('assets/images/portal/portal1.png').convert_alpha()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coin_image = pygame.image.load('assets/images/item/coin.png').convert_alpha()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59bc9fcda_0_6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Добавляем объекты на карту</a:t>
            </a:r>
            <a:endParaRPr sz="2420"/>
          </a:p>
        </p:txBody>
      </p:sp>
      <p:pic>
        <p:nvPicPr>
          <p:cNvPr id="105" name="Google Shape;105;g3b59bc9fcd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179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b59bc9fcda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22362"/>
            <a:ext cx="8839201" cy="18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59bc9fcda_0_15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Создаем классы Portal, Coin, </a:t>
            </a:r>
            <a:r>
              <a:rPr lang="ru" sz="2420"/>
              <a:t>Enemy, </a:t>
            </a:r>
            <a:r>
              <a:rPr lang="ru" sz="2420"/>
              <a:t>StopEnemy </a:t>
            </a:r>
            <a:endParaRPr sz="2420"/>
          </a:p>
        </p:txBody>
      </p:sp>
      <p:sp>
        <p:nvSpPr>
          <p:cNvPr id="112" name="Google Shape;112;g3b59bc9fcda_0_15"/>
          <p:cNvSpPr txBox="1"/>
          <p:nvPr>
            <p:ph idx="1" type="body"/>
          </p:nvPr>
        </p:nvSpPr>
        <p:spPr>
          <a:xfrm>
            <a:off x="463525" y="1189850"/>
            <a:ext cx="7939500" cy="3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Portal(pygame.sprite.Sprite):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def __init__(self, image, pos):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super().__init__()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self.image = image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 = self.image.get_rect()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self.rect.x = pos[0]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self.rect.y = pos[1]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def update(self, step, player_group, player):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self.rect.x += step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59bc9fcda_0_20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Создаем классы Portal, Coin, Enemy, StopEnemy </a:t>
            </a:r>
            <a:endParaRPr sz="2420"/>
          </a:p>
        </p:txBody>
      </p:sp>
      <p:sp>
        <p:nvSpPr>
          <p:cNvPr id="118" name="Google Shape;118;g3b59bc9fcda_0_20"/>
          <p:cNvSpPr txBox="1"/>
          <p:nvPr>
            <p:ph idx="1" type="body"/>
          </p:nvPr>
        </p:nvSpPr>
        <p:spPr>
          <a:xfrm>
            <a:off x="463525" y="1189850"/>
            <a:ext cx="7939500" cy="3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AutoNum type="arabicPeriod"/>
            </a:pPr>
            <a:r>
              <a:rPr lang="ru" sz="1500">
                <a:solidFill>
                  <a:srgbClr val="000000"/>
                </a:solidFill>
              </a:rPr>
              <a:t>Создаем группы спрайтов в функции </a:t>
            </a: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restart(). 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ru" sz="1500">
                <a:solidFill>
                  <a:schemeClr val="dk1"/>
                </a:solidFill>
              </a:rPr>
              <a:t>Добавляем отрисовку и обновление групп в функции </a:t>
            </a:r>
            <a:r>
              <a:rPr lang="ru" sz="1500">
                <a:solidFill>
                  <a:schemeClr val="dk1"/>
                </a:solidFill>
              </a:rPr>
              <a:t> 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lvlGame().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ru" sz="1500">
                <a:solidFill>
                  <a:schemeClr val="dk1"/>
                </a:solidFill>
              </a:rPr>
              <a:t>Добавляем новые объекты в генератор карты в функции </a:t>
            </a: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drawMap().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59bc9fcda_0_25"/>
          <p:cNvSpPr txBox="1"/>
          <p:nvPr>
            <p:ph type="title"/>
          </p:nvPr>
        </p:nvSpPr>
        <p:spPr>
          <a:xfrm>
            <a:off x="463525" y="445025"/>
            <a:ext cx="836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Программируем перемещение врагов</a:t>
            </a:r>
            <a:endParaRPr sz="2420"/>
          </a:p>
        </p:txBody>
      </p:sp>
      <p:sp>
        <p:nvSpPr>
          <p:cNvPr id="124" name="Google Shape;124;g3b59bc9fcda_0_25"/>
          <p:cNvSpPr txBox="1"/>
          <p:nvPr>
            <p:ph idx="1" type="body"/>
          </p:nvPr>
        </p:nvSpPr>
        <p:spPr>
          <a:xfrm>
            <a:off x="463525" y="1189850"/>
            <a:ext cx="7939500" cy="3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</a:rPr>
              <a:t>В конструктор класса Enemy добавляем два параметра: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self.speed = 1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self.dir = 1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направление вправо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def update(self, step, player_group, player, stopEnemy_group):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self.rect.x += step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self.dir == 1: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15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двигаться вправо</a:t>
            </a:r>
            <a:endParaRPr b="1" sz="150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elif self.dir == -1: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15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двигаться влево</a:t>
            </a:r>
            <a:endParaRPr b="1" sz="150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pygame.sprite.spritecollide(self, stopEnemy_group, False):</a:t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20000"/>
              <a:buFont typeface="Arial"/>
              <a:buNone/>
            </a:pPr>
            <a:r>
              <a:rPr lang="ru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ru" sz="15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? </a:t>
            </a:r>
            <a:r>
              <a:rPr lang="ru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изменить направление на противоположное</a:t>
            </a:r>
            <a:endParaRPr b="1" sz="150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