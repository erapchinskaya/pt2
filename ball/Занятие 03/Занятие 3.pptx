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g6WbbctB/WfhFGeNm1L+OWAaLg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6766f424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66766f424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6766f424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66766f424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6766f424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66766f424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6766f424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66766f424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6766f424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66766f424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6766f424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66766f424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628b2aeb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6628b2aeb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6766f424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66766f424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6766f424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66766f424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6766f424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66766f424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6766f424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66766f424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6766f424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66766f424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6766f424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66766f424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6766f424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66766f424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6766f424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66766f424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6766f424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66766f424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6766f424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66766f424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6766f424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66766f424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6766f424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66766f424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6766f424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66766f424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6766f424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66766f424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6766f424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66766f424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Базовые виджеты GUI 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/>
              <a:t>модуль pygame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Цели занятия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Закрепить основы объектно-ориентированного программирования в Python.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Научиться создавать модульную структуру проекта.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Научиться создавать отдельные модули с описанием классов и импортировать их в главный модуль.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Научиться создавать и использовать группы спрайтов.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Научиться создавать простые кнопки.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Структура</a:t>
            </a:r>
            <a:r>
              <a:rPr lang="ru" sz="2420"/>
              <a:t> проекта </a:t>
            </a:r>
            <a:endParaRPr sz="2420"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assets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ru">
                <a:solidFill>
                  <a:schemeClr val="dk1"/>
                </a:solidFill>
              </a:rPr>
              <a:t>папка с медиафайлами для проекта (папка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images</a:t>
            </a:r>
            <a:r>
              <a:rPr lang="ru">
                <a:solidFill>
                  <a:schemeClr val="dk1"/>
                </a:solidFill>
              </a:rPr>
              <a:t> внутри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assets</a:t>
            </a:r>
            <a:r>
              <a:rPr lang="ru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sprites - </a:t>
            </a:r>
            <a:r>
              <a:rPr lang="ru">
                <a:solidFill>
                  <a:schemeClr val="dk1"/>
                </a:solidFill>
              </a:rPr>
              <a:t>папка, в которой хранятся модули с описанием классов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main.py - </a:t>
            </a:r>
            <a:r>
              <a:rPr lang="ru">
                <a:solidFill>
                  <a:schemeClr val="dk1"/>
                </a:solidFill>
              </a:rPr>
              <a:t>главный модуль, в котором создается интерфейс и игровой цикл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" name="Google Shape;6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4838" y="2692339"/>
            <a:ext cx="260032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6766f4240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Задание</a:t>
            </a:r>
            <a:endParaRPr/>
          </a:p>
        </p:txBody>
      </p:sp>
      <p:sp>
        <p:nvSpPr>
          <p:cNvPr id="74" name="Google Shape;74;g366766f4240_0_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Создать проект GUI.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 папке с проектом создать папки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assets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sprites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 папке assets создать папку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images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 папку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images </a:t>
            </a:r>
            <a:r>
              <a:rPr lang="ru">
                <a:solidFill>
                  <a:schemeClr val="dk1"/>
                </a:solidFill>
              </a:rPr>
              <a:t>добавить файл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ball.png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 корневой папке проекта создать главный модуль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main.py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 главном модуле прописать код для создания окна размером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640х480</a:t>
            </a:r>
            <a:r>
              <a:rPr lang="ru">
                <a:solidFill>
                  <a:schemeClr val="dk1"/>
                </a:solidFill>
              </a:rPr>
              <a:t>, заголовок окна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GUI</a:t>
            </a:r>
            <a:r>
              <a:rPr lang="ru">
                <a:solidFill>
                  <a:schemeClr val="dk1"/>
                </a:solidFill>
              </a:rPr>
              <a:t>, цвет фона - черный.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Создаем модуль с классом Ball </a:t>
            </a:r>
            <a:endParaRPr/>
          </a:p>
        </p:txBody>
      </p:sp>
      <p:sp>
        <p:nvSpPr>
          <p:cNvPr id="80" name="Google Shape;8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pygame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random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class Ball</a:t>
            </a: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(pygame.sprite.Sprite):</a:t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def __init__</a:t>
            </a: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(self, window, windowWidth, windowHeight):</a:t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super().__init__()</a:t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#запоминаем окно, чтобы использовать его позже в методе draw()</a:t>
            </a:r>
            <a:endParaRPr sz="15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self.window = window  </a:t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self.windowWidth = windowWidth</a:t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self.windowHeight = windowHeight</a:t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6766f4240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Создаем модуль с классом Ball </a:t>
            </a:r>
            <a:endParaRPr/>
          </a:p>
        </p:txBody>
      </p:sp>
      <p:sp>
        <p:nvSpPr>
          <p:cNvPr id="86" name="Google Shape;86;g366766f4240_0_7"/>
          <p:cNvSpPr txBox="1"/>
          <p:nvPr>
            <p:ph idx="1" type="body"/>
          </p:nvPr>
        </p:nvSpPr>
        <p:spPr>
          <a:xfrm>
            <a:off x="311700" y="1152475"/>
            <a:ext cx="85206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def __init__</a:t>
            </a: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(self, window, windowWidth, windowHeight):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…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self.image =  pygame.image.load(</a:t>
            </a:r>
            <a:r>
              <a:rPr b="1" lang="ru" sz="1600">
                <a:solidFill>
                  <a:srgbClr val="0BBA56"/>
                </a:solidFill>
                <a:latin typeface="Courier New"/>
                <a:ea typeface="Courier New"/>
                <a:cs typeface="Courier New"/>
                <a:sym typeface="Courier New"/>
              </a:rPr>
              <a:t>r'assets/images/ball.png'</a:t>
            </a: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 = self.image.get_rect()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self.maxWidth = windowWidth - self.rect.width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self.maxHeight = windowHeight - self.rect.height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self.rect.x = random.randrange(0, self.maxWidth)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self.rect.y = random.randrange(0, self.maxHeight)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#список возможных значений скорости, за исключением нуля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speedsList = [-4, -3, -2, -1, 1, 2, 3, 4] 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self.xSpeed = random.choice(speedsList)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self.ySpeed = random.choice(speedsList)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6766f4240_0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Создаем модуль с классом Ball </a:t>
            </a:r>
            <a:endParaRPr/>
          </a:p>
        </p:txBody>
      </p:sp>
      <p:sp>
        <p:nvSpPr>
          <p:cNvPr id="92" name="Google Shape;92;g366766f4240_0_13"/>
          <p:cNvSpPr txBox="1"/>
          <p:nvPr>
            <p:ph idx="1" type="body"/>
          </p:nvPr>
        </p:nvSpPr>
        <p:spPr>
          <a:xfrm>
            <a:off x="311700" y="986825"/>
            <a:ext cx="8520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def update</a:t>
            </a: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(self):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проверка столкновения с краем и смена направления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self.rect.x &lt; 0 or self.rect.x &gt;= self.maxWidth: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self.xSpeed = -self.xSpeed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self.rect.y &lt; 0 or self.rect.y &gt;= self.maxHeight: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self.ySpeed = -self.ySpeed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изменение положения мяча по обеим координатам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self.rect.x += self.xSpeed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self.rect.y += self.ySpeed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def draw</a:t>
            </a: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(self):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self.window.blit(self.image, self.rect)</a:t>
            </a:r>
            <a:endParaRPr sz="1600"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6766f4240_0_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Задание</a:t>
            </a:r>
            <a:endParaRPr/>
          </a:p>
        </p:txBody>
      </p:sp>
      <p:sp>
        <p:nvSpPr>
          <p:cNvPr id="98" name="Google Shape;98;g366766f4240_0_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Импортировать класс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Ball </a:t>
            </a:r>
            <a:r>
              <a:rPr lang="ru">
                <a:solidFill>
                  <a:schemeClr val="dk1"/>
                </a:solidFill>
              </a:rPr>
              <a:t>из модуля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ball.py</a:t>
            </a:r>
            <a:r>
              <a:rPr lang="ru">
                <a:solidFill>
                  <a:schemeClr val="dk1"/>
                </a:solidFill>
              </a:rPr>
              <a:t> в главный модуль: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sprites.ball import *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Создать объект класса и “запустить” его в окне.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9" name="Google Shape;99;g366766f4240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525" y="2392325"/>
            <a:ext cx="3169375" cy="253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6766f4240_0_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Создание группы спрайтов</a:t>
            </a:r>
            <a:endParaRPr/>
          </a:p>
        </p:txBody>
      </p:sp>
      <p:sp>
        <p:nvSpPr>
          <p:cNvPr id="105" name="Google Shape;105;g366766f4240_0_31"/>
          <p:cNvSpPr txBox="1"/>
          <p:nvPr>
            <p:ph idx="1" type="body"/>
          </p:nvPr>
        </p:nvSpPr>
        <p:spPr>
          <a:xfrm>
            <a:off x="311700" y="1091500"/>
            <a:ext cx="8520600" cy="3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Вместо одного спрайта создаем группу спрайтов и изменяем строки кода с отрисовкой и обновлением в главном цикле: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ballGroup = pygame.sprite.Group()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#в раздел констант добавляем константу </a:t>
            </a: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N_BALLS = 3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range(N_BALLS):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ball = Ball(screen, WIDTH, HEIGHT)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ballGroup.add(ball)  </a:t>
            </a: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#добавляем шар в группу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ballGroup.update()</a:t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E1F22"/>
                </a:solidFill>
                <a:latin typeface="Courier New"/>
                <a:ea typeface="Courier New"/>
                <a:cs typeface="Courier New"/>
                <a:sym typeface="Courier New"/>
              </a:rPr>
              <a:t>ballGroup.draw(screen)</a:t>
            </a:r>
            <a:endParaRPr>
              <a:solidFill>
                <a:srgbClr val="1E1F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6766f4240_0_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Преимущества использования группы спрайтов</a:t>
            </a:r>
            <a:endParaRPr/>
          </a:p>
        </p:txBody>
      </p:sp>
      <p:sp>
        <p:nvSpPr>
          <p:cNvPr id="111" name="Google Shape;111;g366766f4240_0_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Автоматическое обновление -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ballGroup.update()</a:t>
            </a:r>
            <a:r>
              <a:rPr lang="ru">
                <a:solidFill>
                  <a:schemeClr val="dk1"/>
                </a:solidFill>
              </a:rPr>
              <a:t> вызывает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update()</a:t>
            </a:r>
            <a:r>
              <a:rPr lang="ru">
                <a:solidFill>
                  <a:schemeClr val="dk1"/>
                </a:solidFill>
              </a:rPr>
              <a:t> у всех мячей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Автоматическая отрисовка -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ballGroup.draw(screen)</a:t>
            </a:r>
            <a:r>
              <a:rPr lang="ru">
                <a:solidFill>
                  <a:schemeClr val="dk1"/>
                </a:solidFill>
              </a:rPr>
              <a:t> рисует все спрайты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Упрощение кода - не нужны циклы для обновления и отрисовки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Дополнительные возможности - группы предоставляют методы для проверки столкновений и т.д.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628b2aeb3_0_61"/>
          <p:cNvSpPr txBox="1"/>
          <p:nvPr>
            <p:ph idx="1" type="body"/>
          </p:nvPr>
        </p:nvSpPr>
        <p:spPr>
          <a:xfrm>
            <a:off x="311700" y="1152475"/>
            <a:ext cx="420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>
                <a:solidFill>
                  <a:srgbClr val="38761D"/>
                </a:solidFill>
              </a:rPr>
              <a:t>Запускаем и тестируем проект.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17" name="Google Shape;117;g36628b2aeb3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20"/>
              <a:t>✅ Контрольная точка</a:t>
            </a:r>
            <a:endParaRPr/>
          </a:p>
        </p:txBody>
      </p:sp>
      <p:pic>
        <p:nvPicPr>
          <p:cNvPr id="118" name="Google Shape;118;g36628b2aeb3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5600" y="1259850"/>
            <a:ext cx="4323600" cy="341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6766f4240_0_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Удаление спрайта из группы</a:t>
            </a:r>
            <a:endParaRPr/>
          </a:p>
        </p:txBody>
      </p:sp>
      <p:sp>
        <p:nvSpPr>
          <p:cNvPr id="124" name="Google Shape;124;g366766f4240_0_79"/>
          <p:cNvSpPr txBox="1"/>
          <p:nvPr>
            <p:ph idx="1" type="body"/>
          </p:nvPr>
        </p:nvSpPr>
        <p:spPr>
          <a:xfrm>
            <a:off x="311700" y="1152475"/>
            <a:ext cx="85206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Запрограммируем удаление мяча после клика по нему и завершение игры, когда мячей не осталось. В цикле обработки событий добавим: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elif event.type == pygame.MOUSEBUTTONDOWN: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определяем координаты щелчка мыши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mouse_pos = pygame.mouse.get_pos()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for sprite in ballGroup: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if sprite.rect.collidepoint(mouse_pos):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sprite.kill()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len(ballGroup) == 0: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ingame = False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Простая кнопка 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Стандартное поведение простой кнопки - реагировать на щелчок мыши. Пользователь нажимает на картинку кнопки, а затем отпускает.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Кнопки обычно состоят из как минимум двух изображений: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одно для представления состояния вверх (или нормального состояния кнопки)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другое для представления состояния вниз (или нажатого состояния кнопки).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6766f4240_0_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Простая кнопка</a:t>
            </a:r>
            <a:endParaRPr sz="2400"/>
          </a:p>
        </p:txBody>
      </p:sp>
      <p:sp>
        <p:nvSpPr>
          <p:cNvPr id="136" name="Google Shape;136;g366766f4240_0_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Последовательность щелчков можно разбить на следующие шаги: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1. Пользователь перемещает указатель мыши на кнопку.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2. Пользователь нажимает кнопку мыши.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3. Программа реагирует, изменяя изображение в состояние вниз.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4. Пользователь отпускает кнопку мыши.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5. Программа реагирует, отображая изображение кнопки вверх.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>
                <a:solidFill>
                  <a:schemeClr val="dk1"/>
                </a:solidFill>
              </a:rPr>
              <a:t>6. Программа осуществляет некоторое действие на основании нажатия кнопки.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6766f4240_0_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Создаем класс кнопки</a:t>
            </a:r>
            <a:endParaRPr sz="2400"/>
          </a:p>
        </p:txBody>
      </p:sp>
      <p:sp>
        <p:nvSpPr>
          <p:cNvPr id="142" name="Google Shape;142;g366766f4240_0_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Нам нужны методы, чтобы: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загружать изображения состояний “вверх” и “вниз”, затем инициализировать любые переменные экземпляра, чтобы отслеживать состояние кнопки;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сообщать кнопке о событиях, которые обнаружила основная программа, и проверять, есть ли какие-либо кнопки, на которые необходимо отреагировать;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рисовать текущее изображение, представляющее кнопку.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6766f4240_0_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Создание модуля для </a:t>
            </a:r>
            <a:r>
              <a:rPr lang="ru" sz="2400"/>
              <a:t>класса кнопки</a:t>
            </a:r>
            <a:endParaRPr sz="2400"/>
          </a:p>
        </p:txBody>
      </p:sp>
      <p:sp>
        <p:nvSpPr>
          <p:cNvPr id="148" name="Google Shape;148;g366766f4240_0_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папке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sprites </a:t>
            </a:r>
            <a:r>
              <a:rPr lang="ru">
                <a:solidFill>
                  <a:schemeClr val="dk1"/>
                </a:solidFill>
              </a:rPr>
              <a:t>проекта создайте модуль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button.py.</a:t>
            </a:r>
            <a:r>
              <a:rPr lang="ru">
                <a:solidFill>
                  <a:schemeClr val="dk1"/>
                </a:solidFill>
              </a:rPr>
              <a:t>Начинайте писать код: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pygame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pygame.locals import *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SimpleButton()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константы для отслеживания состояния кнопки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STATE_IDLE = 'idle' </a:t>
            </a: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кнопка вверх, мышь не на кнопке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STATE_ARMED = 'armed' </a:t>
            </a: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 кнопка вниз, мышь на кнопке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STATE_DISARMED = 'disarmed' </a:t>
            </a: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щелчок по кнопке, откат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6766f4240_0_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Инициализатор</a:t>
            </a:r>
            <a:r>
              <a:rPr lang="ru" sz="2400"/>
              <a:t> класса кнопки</a:t>
            </a:r>
            <a:endParaRPr sz="2400"/>
          </a:p>
        </p:txBody>
      </p:sp>
      <p:sp>
        <p:nvSpPr>
          <p:cNvPr id="154" name="Google Shape;154;g366766f4240_0_69"/>
          <p:cNvSpPr txBox="1"/>
          <p:nvPr>
            <p:ph idx="1" type="body"/>
          </p:nvPr>
        </p:nvSpPr>
        <p:spPr>
          <a:xfrm>
            <a:off x="311700" y="1152475"/>
            <a:ext cx="8520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__init__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(self, window, loc, up, down):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self.window = window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self.loc = loc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self.surfaceUp = pygame.image.load(up)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self.surfaceDown = pygame.image.load(down)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получаем rect кнопки (используется, чтобы увидеть,находится ли мышь на кнопке)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self.rect = self.surfaceUp.get_rect()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self.rect[0] = loc[0]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self.rect[1] = loc[1]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self.state = SimpleButton.STATE_IDLE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6766f4240_0_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Обработка событий</a:t>
            </a:r>
            <a:r>
              <a:rPr lang="ru" sz="2400"/>
              <a:t> кнопки</a:t>
            </a:r>
            <a:endParaRPr sz="2400"/>
          </a:p>
        </p:txBody>
      </p:sp>
      <p:sp>
        <p:nvSpPr>
          <p:cNvPr id="160" name="Google Shape;160;g366766f4240_0_74"/>
          <p:cNvSpPr txBox="1"/>
          <p:nvPr>
            <p:ph idx="1" type="body"/>
          </p:nvPr>
        </p:nvSpPr>
        <p:spPr>
          <a:xfrm>
            <a:off x="119625" y="1152475"/>
            <a:ext cx="8712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handleEvent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(self, eventObj):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Это метод вернет значение True, если щелкнут по кнопке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eventObj.type not in (MOUSEMOTION, MOUSEBUTTONUP,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MOUSEBUTTONDOWN):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	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Кнопка реагирует только на относящиеся к мыши события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False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eventPointInButtonRect = self.rect.collidepoint(eventObj.pos)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6766f4240_0_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Обработка событий кнопки</a:t>
            </a:r>
            <a:endParaRPr sz="2400"/>
          </a:p>
        </p:txBody>
      </p:sp>
      <p:sp>
        <p:nvSpPr>
          <p:cNvPr id="166" name="Google Shape;166;g366766f4240_0_85"/>
          <p:cNvSpPr txBox="1"/>
          <p:nvPr>
            <p:ph idx="1" type="body"/>
          </p:nvPr>
        </p:nvSpPr>
        <p:spPr>
          <a:xfrm>
            <a:off x="119625" y="1152475"/>
            <a:ext cx="8941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self.state == SimpleButton.STATE_IDLE: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eventObj.type == MOUSEBUTTONDOWN and eventPointInButtonRect: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self.state = SimpleButton.STATE_ARMED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6766f4240_0_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Обработка событий кнопки</a:t>
            </a:r>
            <a:endParaRPr sz="2400"/>
          </a:p>
        </p:txBody>
      </p:sp>
      <p:sp>
        <p:nvSpPr>
          <p:cNvPr id="172" name="Google Shape;172;g366766f4240_0_91"/>
          <p:cNvSpPr txBox="1"/>
          <p:nvPr>
            <p:ph idx="1" type="body"/>
          </p:nvPr>
        </p:nvSpPr>
        <p:spPr>
          <a:xfrm>
            <a:off x="119625" y="1152475"/>
            <a:ext cx="8712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elif self.state == SimpleButton.STATE_ARMED: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eventObj.type == MOUSEBUTTONUP and eventPointInButtonRect: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self.state = SimpleButton.STATE_IDLE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return True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был щелчок!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eventObj.type == MOUSEMOTION and not eventPointInButtonRect: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self.state = SimpleButton.STATE_DISARMED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6766f4240_0_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Обработка событий кнопки</a:t>
            </a:r>
            <a:endParaRPr sz="2400"/>
          </a:p>
        </p:txBody>
      </p:sp>
      <p:sp>
        <p:nvSpPr>
          <p:cNvPr id="178" name="Google Shape;178;g366766f4240_0_96"/>
          <p:cNvSpPr txBox="1"/>
          <p:nvPr>
            <p:ph idx="1" type="body"/>
          </p:nvPr>
        </p:nvSpPr>
        <p:spPr>
          <a:xfrm>
            <a:off x="426125" y="1152475"/>
            <a:ext cx="84060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elif self.state == SimpleButton.STATE_DISARMED: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eventPointInButtonRect: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self.state = SimpleButton.STATE_ARMED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elif eventObj.type == MOUSEBUTTONUP: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self.state = SimpleButton.STATE_IDLE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False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6766f4240_0_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Отрисовка</a:t>
            </a:r>
            <a:r>
              <a:rPr lang="ru" sz="2400"/>
              <a:t> кнопки</a:t>
            </a:r>
            <a:endParaRPr sz="2400"/>
          </a:p>
        </p:txBody>
      </p:sp>
      <p:sp>
        <p:nvSpPr>
          <p:cNvPr id="184" name="Google Shape;184;g366766f4240_0_101"/>
          <p:cNvSpPr txBox="1"/>
          <p:nvPr>
            <p:ph idx="1" type="body"/>
          </p:nvPr>
        </p:nvSpPr>
        <p:spPr>
          <a:xfrm>
            <a:off x="471000" y="1152475"/>
            <a:ext cx="8361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draw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(self):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рисуем текущий вид кнопки в окне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self.state == SimpleButton.STATE_ARMED: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self.window.blit(self.surfaceDown, self.loc)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else: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IDLE или DISARMED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self.window.blit(self.surfaceUp, self.loc)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6766f4240_0_1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Главный модуль </a:t>
            </a:r>
            <a:endParaRPr sz="2400"/>
          </a:p>
        </p:txBody>
      </p:sp>
      <p:sp>
        <p:nvSpPr>
          <p:cNvPr id="190" name="Google Shape;190;g366766f4240_0_106"/>
          <p:cNvSpPr txBox="1"/>
          <p:nvPr>
            <p:ph idx="1" type="body"/>
          </p:nvPr>
        </p:nvSpPr>
        <p:spPr>
          <a:xfrm>
            <a:off x="471000" y="1152475"/>
            <a:ext cx="8361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импортируйте модуль с описанием класса кнопки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импортируйте системный модуль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создайте константы (WIDTH, HEIGHT, FPS, COLOR)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инициализируйте модуль pygame 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создайте окно 400х100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создайте переменную для контроля смены кадров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6766f4240_0_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Главный модуль </a:t>
            </a:r>
            <a:endParaRPr sz="2400"/>
          </a:p>
        </p:txBody>
      </p:sp>
      <p:sp>
        <p:nvSpPr>
          <p:cNvPr id="196" name="Google Shape;196;g366766f4240_0_111"/>
          <p:cNvSpPr txBox="1"/>
          <p:nvPr>
            <p:ph idx="1" type="body"/>
          </p:nvPr>
        </p:nvSpPr>
        <p:spPr>
          <a:xfrm>
            <a:off x="471000" y="1152475"/>
            <a:ext cx="8361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создайте объект класса SimpleButton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utton = SimpleButton(window, (150, 30),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r'assets/images/buttonUp.png',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r'assets/images/buttonDown.png')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создайте константы (WIDTH, HEIGHT, FPS, COLOR)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инициализируйте модуль pygame 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создайте окно 400х100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создайте переменную для контроля смены кадров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6766f4240_0_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Главный цикл </a:t>
            </a:r>
            <a:endParaRPr sz="2400"/>
          </a:p>
        </p:txBody>
      </p:sp>
      <p:sp>
        <p:nvSpPr>
          <p:cNvPr id="202" name="Google Shape;202;g366766f4240_0_116"/>
          <p:cNvSpPr txBox="1"/>
          <p:nvPr>
            <p:ph idx="1" type="body"/>
          </p:nvPr>
        </p:nvSpPr>
        <p:spPr>
          <a:xfrm>
            <a:off x="471000" y="1152475"/>
            <a:ext cx="8361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создайте бесконечный цикл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в цикле проверяйте события, 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#выполните обработку выхода из приложения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	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#передайте событие кнопке, проверьте, была ли она нажата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button.handleEvent(event):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print('Кнопка была нажата')   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выполните заливку окна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отрисуйте кнопк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у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обновите экран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6766f4240_0_121"/>
          <p:cNvSpPr txBox="1"/>
          <p:nvPr>
            <p:ph idx="1" type="body"/>
          </p:nvPr>
        </p:nvSpPr>
        <p:spPr>
          <a:xfrm>
            <a:off x="311700" y="1152475"/>
            <a:ext cx="420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>
                <a:solidFill>
                  <a:srgbClr val="38761D"/>
                </a:solidFill>
              </a:rPr>
              <a:t>Запускаем и тестируем проект. При нажатии на кнопку в консоль выводится сообщение.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08" name="Google Shape;208;g366766f4240_0_1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20"/>
              <a:t>✅ Контрольная точка</a:t>
            </a:r>
            <a:endParaRPr/>
          </a:p>
        </p:txBody>
      </p:sp>
      <p:pic>
        <p:nvPicPr>
          <p:cNvPr id="209" name="Google Shape;209;g366766f4240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800" y="1280375"/>
            <a:ext cx="3227500" cy="10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6766f4240_0_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00"/>
              <a:t>Задание</a:t>
            </a:r>
            <a:endParaRPr sz="2400"/>
          </a:p>
        </p:txBody>
      </p:sp>
      <p:sp>
        <p:nvSpPr>
          <p:cNvPr id="215" name="Google Shape;215;g366766f4240_0_1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Добавьте еще одну кнопку в интерфейс.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>
                <a:solidFill>
                  <a:schemeClr val="dk1"/>
                </a:solidFill>
              </a:rPr>
              <a:t>Запрограммируйте счетчик нажатий. Пусть кнопка выводит сообщение о том, сколько раз она была нажата.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6" name="Google Shape;216;g366766f4240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000" y="2910950"/>
            <a:ext cx="284797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