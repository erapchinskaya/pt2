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joM5W4UW8T/3f0QJyutSF3msyd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c943a7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89c943a7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92d9bbd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892d9bbd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92d9bbd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892d9bbd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2d9bbd3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892d9bbd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92d9bbd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892d9bbd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92d9bbd3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892d9bbd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92d9bbd3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892d9bbd3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9c943a7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89c943a7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628b2aeb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6628b2aeb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6766f42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66766f42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92d9bbd3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892d9bbd3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92d9bbd3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892d9bbd3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2d9bbd3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892d9bbd3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92d9bbd3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892d9bbd3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2d9bbd3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892d9bbd3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2d9bbd3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892d9bbd3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92d9bbd3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892d9bbd3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92d9bbd3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892d9bbd3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Базовые виджеты GUI 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/>
              <a:t>отображаемый текст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Цели занятия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Закрепить основы объектно-ориентированного программирования в Python.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Научиться создавать надписи в интерфейсе.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Научиться привязывать к кнопкам функции и методы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9c943a74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Новые элементы в интерфейсе</a:t>
            </a:r>
            <a:endParaRPr/>
          </a:p>
        </p:txBody>
      </p:sp>
      <p:sp>
        <p:nvSpPr>
          <p:cNvPr id="67" name="Google Shape;67;g389c943a74a_0_6"/>
          <p:cNvSpPr txBox="1"/>
          <p:nvPr>
            <p:ph idx="1" type="body"/>
          </p:nvPr>
        </p:nvSpPr>
        <p:spPr>
          <a:xfrm>
            <a:off x="311700" y="1152475"/>
            <a:ext cx="3889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Дополним интерфейс виджетами, будем считать клики по мячу и обнулять счет по нажатию на кнопку сброса.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g389c943a74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645" y="1329438"/>
            <a:ext cx="3843250" cy="30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Шаги для отображения текста</a:t>
            </a:r>
            <a:endParaRPr sz="2420"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311700" y="1189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загружаем шрифт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myFont = pygame.font.SysFont('Comic Sans MS', 30)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создаем графическое изображение текста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textSurface = myfont.render('Some text', True, (0, 0, 0))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рисуем изображение текста в окне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window.blit(textSurface, (10, 10))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92d9bbd3d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Создаем класс SimpleText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80" name="Google Shape;80;g3892d9bbd3d_0_1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pygame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SimpleText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__init__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(self, window, loc, value, textColor):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pygame.font.init()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self.window = window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self.loc = loc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self.font = pygame.font.SysFont(None, 30)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self.textColor = textColor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self.text = None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self.setValue(value)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92d9bbd3d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Создаем класс SimpleText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86" name="Google Shape;86;g3892d9bbd3d_0_6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setValue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(self, newText):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self.text == newText: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self.text = newText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self.textSurface = self.font.render(self.text, True, 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lf.textColor)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draw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(self):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self.window.blit(self.textSurface, self.loc)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2d9bbd3d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Создаем текстовое поле в интерфейсе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92" name="Google Shape;92;g3892d9bbd3d_0_11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раздел объявления переменных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countLabel = SimpleText(window, (160, 20),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'Счетчик кликов: ', WHITE)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countText = SimpleText(window, (400, 20), '', WHITE)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создаем переменную для подсчета кликов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сounter = 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2d9bbd3d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Создаем текстовое поле в интерфейсе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98" name="Google Shape;98;g3892d9bbd3d_0_16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рендеринг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countLabel.draw()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countText.draw()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обновление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countText.setValue(str(frameCounter))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2d9bbd3d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Создаем кнопку сброса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104" name="Google Shape;104;g3892d9bbd3d_0_21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объявление переменных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restartButton = SimpleButton(window, (280, 60),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r'assets/images/restartUp.png',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r'assets/images/restartDown.png')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рендеринг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restartButton.draw()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92d9bbd3d_0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Считаем клики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110" name="Google Shape;110;g3892d9bbd3d_0_26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обработка событий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if event.type == pygame.MOUSEBUTTONDOWN: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Обрабатываем щелчок мыши по мячу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mouse_pos = pygame.mouse.get_pos()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ball.rect.collidepoint(mouse_pos):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counter += 1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9c943a74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ru" sz="2420"/>
              <a:t>Создаем кнопку сброса</a:t>
            </a:r>
            <a:endParaRPr sz="242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t/>
            </a:r>
            <a:endParaRPr sz="2420"/>
          </a:p>
        </p:txBody>
      </p:sp>
      <p:sp>
        <p:nvSpPr>
          <p:cNvPr id="116" name="Google Shape;116;g389c943a74a_0_0"/>
          <p:cNvSpPr txBox="1"/>
          <p:nvPr>
            <p:ph idx="1" type="body"/>
          </p:nvPr>
        </p:nvSpPr>
        <p:spPr>
          <a:xfrm>
            <a:off x="311700" y="1098975"/>
            <a:ext cx="8520600" cy="38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обработка событий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if restartButton.handleEvent(event):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сounter = 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628b2aeb3_0_61"/>
          <p:cNvSpPr txBox="1"/>
          <p:nvPr>
            <p:ph idx="1" type="body"/>
          </p:nvPr>
        </p:nvSpPr>
        <p:spPr>
          <a:xfrm>
            <a:off x="311700" y="1152475"/>
            <a:ext cx="420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>
                <a:solidFill>
                  <a:srgbClr val="38761D"/>
                </a:solidFill>
              </a:rPr>
              <a:t>Запускаем и тестируем проект.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22" name="Google Shape;122;g36628b2aeb3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ru" sz="2420"/>
              <a:t>✅ Контрольная точка</a:t>
            </a:r>
            <a:endParaRPr/>
          </a:p>
        </p:txBody>
      </p:sp>
      <p:pic>
        <p:nvPicPr>
          <p:cNvPr id="123" name="Google Shape;123;g36628b2aeb3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800" y="1259825"/>
            <a:ext cx="4323601" cy="3445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6766f4240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Задание</a:t>
            </a:r>
            <a:endParaRPr/>
          </a:p>
        </p:txBody>
      </p:sp>
      <p:sp>
        <p:nvSpPr>
          <p:cNvPr id="129" name="Google Shape;129;g366766f4240_0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Создать интерфейс с тремя кнопками.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Пусть каждая кнопка при  нажатии выводит в консоль сообщение с названием этой кнопки.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g366766f424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23" y="2688138"/>
            <a:ext cx="378142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66766f4240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738" y="2954838"/>
            <a:ext cx="1933575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92d9bbd3d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Обратный вызов (callback)</a:t>
            </a:r>
            <a:endParaRPr/>
          </a:p>
        </p:txBody>
      </p:sp>
      <p:sp>
        <p:nvSpPr>
          <p:cNvPr id="137" name="Google Shape;137;g3892d9bbd3d_0_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Обратным вызовом</a:t>
            </a:r>
            <a:r>
              <a:rPr lang="ru">
                <a:solidFill>
                  <a:schemeClr val="dk1"/>
                </a:solidFill>
              </a:rPr>
              <a:t> называется функция или метод объекта, который вызывается, когда происходит конкретное действие, событие или условие.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Например, когда</a:t>
            </a:r>
            <a:r>
              <a:rPr lang="ru">
                <a:solidFill>
                  <a:schemeClr val="dk1"/>
                </a:solidFill>
              </a:rPr>
              <a:t> пользователь щелкает по кнопке, она вызывает функцию или метод обратного вызова.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Вызываемую функцию (callback) нужно передать кнопке как параметр.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92d9bbd3d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Делаем класс SimpleButton универсальным</a:t>
            </a:r>
            <a:endParaRPr/>
          </a:p>
        </p:txBody>
      </p:sp>
      <p:sp>
        <p:nvSpPr>
          <p:cNvPr id="143" name="Google Shape;143;g3892d9bbd3d_0_38"/>
          <p:cNvSpPr txBox="1"/>
          <p:nvPr>
            <p:ph idx="1" type="body"/>
          </p:nvPr>
        </p:nvSpPr>
        <p:spPr>
          <a:xfrm>
            <a:off x="311700" y="1152475"/>
            <a:ext cx="8520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Дополним код класса SimpleButton.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__init__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(self, window, loc, up, down, 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callBack=None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…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self.callBack = callBack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handleEvent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(self, eventObj):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…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(eventObj.type == MOUSEBUTTONUP) and eventPointInButtonRect: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self.state = SimpleButton.STATE_IDLE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self.callBack != None: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self.callBack()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2d9bbd3d_0_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Создаем кнопки</a:t>
            </a:r>
            <a:endParaRPr/>
          </a:p>
        </p:txBody>
      </p:sp>
      <p:sp>
        <p:nvSpPr>
          <p:cNvPr id="149" name="Google Shape;149;g3892d9bbd3d_0_45"/>
          <p:cNvSpPr txBox="1"/>
          <p:nvPr>
            <p:ph idx="1" type="body"/>
          </p:nvPr>
        </p:nvSpPr>
        <p:spPr>
          <a:xfrm>
            <a:off x="311700" y="1152475"/>
            <a:ext cx="8520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ButtonA будет напрямую запускать команду print(),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ButtonB будет вызывать функцию,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ButtonС будет вызывать метод класса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buttonA = SimpleButton(window, (25, 30), 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r'assets/images/buttonAUp.png',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r'assets/images/buttonADown.png')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92d9bbd3d_0_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Создаем кнопки</a:t>
            </a:r>
            <a:endParaRPr/>
          </a:p>
        </p:txBody>
      </p:sp>
      <p:sp>
        <p:nvSpPr>
          <p:cNvPr id="155" name="Google Shape;155;g3892d9bbd3d_0_50"/>
          <p:cNvSpPr txBox="1"/>
          <p:nvPr>
            <p:ph idx="1" type="body"/>
          </p:nvPr>
        </p:nvSpPr>
        <p:spPr>
          <a:xfrm>
            <a:off x="311700" y="1152475"/>
            <a:ext cx="8520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buttonB = SimpleButton(window, (150, 30),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r'assets/images/buttonBUp.png',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r'assets/images/buttonBDown.png',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callBack=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myCallBackFunction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92d9bbd3d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Создаем кнопки</a:t>
            </a:r>
            <a:endParaRPr/>
          </a:p>
        </p:txBody>
      </p:sp>
      <p:sp>
        <p:nvSpPr>
          <p:cNvPr id="161" name="Google Shape;161;g3892d9bbd3d_0_65"/>
          <p:cNvSpPr txBox="1"/>
          <p:nvPr>
            <p:ph idx="1" type="body"/>
          </p:nvPr>
        </p:nvSpPr>
        <p:spPr>
          <a:xfrm>
            <a:off x="311700" y="1152475"/>
            <a:ext cx="8520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myCallBack = CallBackClass()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buttonC = SimpleButton(window, (275, 30),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r'assets/images/buttonCUp.png',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r'assets/images/buttonCDown.png',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callBack=</a:t>
            </a: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myCallBack.myMethod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92d9bbd3d_0_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Создаем myCallBackFunction</a:t>
            </a:r>
            <a:endParaRPr/>
          </a:p>
        </p:txBody>
      </p:sp>
      <p:sp>
        <p:nvSpPr>
          <p:cNvPr id="167" name="Google Shape;167;g3892d9bbd3d_0_55"/>
          <p:cNvSpPr txBox="1"/>
          <p:nvPr>
            <p:ph idx="1" type="body"/>
          </p:nvPr>
        </p:nvSpPr>
        <p:spPr>
          <a:xfrm>
            <a:off x="311700" y="1375575"/>
            <a:ext cx="85206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myCallBackFunction():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print('Нажата кнопка B, вызвана функция')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92d9bbd3d_0_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Создаем класс CallBackClass </a:t>
            </a:r>
            <a:endParaRPr/>
          </a:p>
        </p:txBody>
      </p:sp>
      <p:sp>
        <p:nvSpPr>
          <p:cNvPr id="173" name="Google Shape;173;g3892d9bbd3d_0_60"/>
          <p:cNvSpPr txBox="1"/>
          <p:nvPr>
            <p:ph idx="1" type="body"/>
          </p:nvPr>
        </p:nvSpPr>
        <p:spPr>
          <a:xfrm>
            <a:off x="311700" y="1375575"/>
            <a:ext cx="85206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CallBackClass():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pass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 myMethod(self):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print('Нажата кнопка C, вызван myMethod для объекта класса')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92d9bbd3d_0_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Обработка нажатий кнопок </a:t>
            </a:r>
            <a:endParaRPr/>
          </a:p>
        </p:txBody>
      </p:sp>
      <p:sp>
        <p:nvSpPr>
          <p:cNvPr id="179" name="Google Shape;179;g3892d9bbd3d_0_70"/>
          <p:cNvSpPr txBox="1"/>
          <p:nvPr>
            <p:ph idx="1" type="body"/>
          </p:nvPr>
        </p:nvSpPr>
        <p:spPr>
          <a:xfrm>
            <a:off x="311700" y="1375575"/>
            <a:ext cx="85206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if buttonA.handleEvent(event):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print('Нажата кнопка A')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buttonB.handleEvent(event)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buttonC.handleEvent(event)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